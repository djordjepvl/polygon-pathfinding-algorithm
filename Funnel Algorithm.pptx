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71445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191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707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734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53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3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55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1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373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70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84209EC-1488-4E82-9F72-DBA324CD659A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29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9D98-3CCF-99FB-CF47-788BCC302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noProof="0" dirty="0"/>
              <a:t>Funnel Algoritam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7FA743-AC13-4027-C8D3-EDCDF28F62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noProof="0" dirty="0"/>
              <a:t>Đorđe Pavlović RN 21/202</a:t>
            </a:r>
            <a:r>
              <a:rPr lang="en-US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70150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68A1B9-10FD-3317-88F3-EFEB23B87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Zadatak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668B62-155C-E9CD-C1E2-C8CC67A1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Za dati prost poligon P i dve tačke A i B unutar tog poligona, pronađi najkraći put od A do B unutar poligona P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84813E-9680-712B-F1FF-FB1EFE4709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917" y="2888615"/>
            <a:ext cx="3810000" cy="3429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5FFE3A-3226-C783-F632-465DE340E4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362" y="2888615"/>
            <a:ext cx="3810000" cy="3429000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785EC34B-78BB-9FCC-207E-981913F3068A}"/>
              </a:ext>
            </a:extLst>
          </p:cNvPr>
          <p:cNvSpPr/>
          <p:nvPr/>
        </p:nvSpPr>
        <p:spPr>
          <a:xfrm>
            <a:off x="4897588" y="4150353"/>
            <a:ext cx="1589103" cy="9055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37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04502-54EA-E32F-8791-441A67FA3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894C3-B710-9549-4CE2-8802DD7B0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53939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Custom 1">
      <a:majorFont>
        <a:latin typeface="Century Gothic"/>
        <a:ea typeface=""/>
        <a:cs typeface=""/>
      </a:majorFont>
      <a:minorFont>
        <a:latin typeface="Cascadia Mono Light"/>
        <a:ea typeface=""/>
        <a:cs typeface="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42</TotalTime>
  <Words>35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Cascadia Mono Light</vt:lpstr>
      <vt:lpstr>Century Gothic</vt:lpstr>
      <vt:lpstr>Wingdings 2</vt:lpstr>
      <vt:lpstr>View</vt:lpstr>
      <vt:lpstr>Funnel Algoritam</vt:lpstr>
      <vt:lpstr>Zadatak</vt:lpstr>
      <vt:lpstr>Rešenje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epic</dc:creator>
  <cp:lastModifiedBy>george epic</cp:lastModifiedBy>
  <cp:revision>3</cp:revision>
  <dcterms:created xsi:type="dcterms:W3CDTF">2026-01-22T12:26:26Z</dcterms:created>
  <dcterms:modified xsi:type="dcterms:W3CDTF">2026-01-22T13:09:20Z</dcterms:modified>
</cp:coreProperties>
</file>